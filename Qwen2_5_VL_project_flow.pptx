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57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1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4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87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69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11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1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4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99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7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FA3AC-77C9-43C2-BD43-6050B4220DA2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A74C5-7BE8-4D1E-BA05-0E79373E9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72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1200" y="1676400"/>
            <a:ext cx="10795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3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Qwen2.5-VL-3B </a:t>
            </a:r>
            <a:r>
              <a:rPr lang="zh-CN" altLang="en-US" sz="33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端侧部署项目流程</a:t>
            </a:r>
            <a:endParaRPr lang="zh-CN" altLang="en-US" sz="3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600" y="269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CBD5E1"/>
                </a:solidFill>
                <a:latin typeface="Microsoft YaHei" panose="020B0503020204020204" pitchFamily="34" charset="-122"/>
              </a:rPr>
              <a:t>输入处理、</a:t>
            </a:r>
            <a:r>
              <a:rPr lang="en-US" altLang="zh-CN" smtClean="0">
                <a:solidFill>
                  <a:srgbClr val="CBD5E1"/>
                </a:solidFill>
                <a:latin typeface="Microsoft YaHei" panose="020B0503020204020204" pitchFamily="34" charset="-122"/>
              </a:rPr>
              <a:t>example1/2/3 </a:t>
            </a:r>
            <a:r>
              <a:rPr lang="zh-CN" altLang="en-US" smtClean="0">
                <a:solidFill>
                  <a:srgbClr val="CBD5E1"/>
                </a:solidFill>
                <a:latin typeface="Microsoft YaHei" panose="020B0503020204020204" pitchFamily="34" charset="-122"/>
              </a:rPr>
              <a:t>职责、产物流转和验证闭环</a:t>
            </a:r>
            <a:endParaRPr lang="zh-CN" altLang="en-US">
              <a:solidFill>
                <a:srgbClr val="CBD5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36600" y="3810000"/>
            <a:ext cx="2794000" cy="60960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example1 </a:t>
            </a:r>
            <a:r>
              <a:rPr lang="zh-CN" altLang="en-US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量化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3784600" y="3937000"/>
            <a:ext cx="584200" cy="330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648200" y="3810000"/>
            <a:ext cx="2794000" cy="609600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example2 QNN </a:t>
            </a:r>
            <a:r>
              <a:rPr lang="zh-CN" altLang="en-US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编译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7696200" y="3937000"/>
            <a:ext cx="584200" cy="330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559800" y="3810000"/>
            <a:ext cx="2794000" cy="609600"/>
          </a:xfrm>
          <a:prstGeom prst="roundRect">
            <a:avLst/>
          </a:prstGeom>
          <a:solidFill>
            <a:srgbClr val="B45309"/>
          </a:solidFill>
          <a:ln w="15240">
            <a:solidFill>
              <a:srgbClr val="B453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example3 </a:t>
            </a:r>
            <a:r>
              <a:rPr lang="zh-CN" altLang="en-US" sz="1500" smtClean="0">
                <a:solidFill>
                  <a:srgbClr val="FFFFFF"/>
                </a:solidFill>
                <a:latin typeface="Microsoft YaHei" panose="020B0503020204020204" pitchFamily="34" charset="-122"/>
              </a:rPr>
              <a:t>端侧运行</a:t>
            </a:r>
            <a:endParaRPr lang="zh-CN" altLang="en-US" sz="15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6600" y="62992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smtClean="0">
                <a:solidFill>
                  <a:srgbClr val="94A3B8"/>
                </a:solidFill>
                <a:latin typeface="Microsoft YaHei" panose="020B0503020204020204" pitchFamily="34" charset="-122"/>
              </a:rPr>
              <a:t>生成文件：</a:t>
            </a:r>
            <a:r>
              <a:rPr lang="en-US" altLang="zh-CN" sz="1100" smtClean="0">
                <a:solidFill>
                  <a:srgbClr val="94A3B8"/>
                </a:solidFill>
                <a:latin typeface="Microsoft YaHei" panose="020B0503020204020204" pitchFamily="34" charset="-122"/>
              </a:rPr>
              <a:t>Qwen2_5_VL_project_flow.pptx</a:t>
            </a:r>
            <a:endParaRPr lang="zh-CN" altLang="en-US" sz="11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43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整体处理流程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从服务器侧模型到高通端侧推理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8000" y="1117600"/>
            <a:ext cx="2260600" cy="9652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064E3B"/>
                </a:solidFill>
                <a:latin typeface="Microsoft YaHei" panose="020B0503020204020204" pitchFamily="34" charset="-122"/>
              </a:rPr>
              <a:t>前置输入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HF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模型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数据集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/ SDK</a:t>
            </a:r>
            <a:endParaRPr lang="zh-CN" altLang="en-US" sz="1300">
              <a:solidFill>
                <a:srgbClr val="064E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2971800" y="13970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733800" y="1117600"/>
            <a:ext cx="2260600" cy="965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example1</a:t>
            </a:r>
          </a:p>
          <a:p>
            <a:pPr algn="ctr"/>
            <a:r>
              <a:rPr lang="en-US" altLang="zh-CN" sz="14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AIMET </a:t>
            </a:r>
            <a:r>
              <a:rPr lang="zh-CN" altLang="en-US" sz="14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量化</a:t>
            </a:r>
            <a:endParaRPr lang="zh-CN" altLang="en-US" sz="14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197600" y="13970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959600" y="1117600"/>
            <a:ext cx="2260600" cy="9652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134E4A"/>
                </a:solidFill>
                <a:latin typeface="Microsoft YaHei" panose="020B0503020204020204" pitchFamily="34" charset="-122"/>
              </a:rPr>
              <a:t>example2</a:t>
            </a:r>
          </a:p>
          <a:p>
            <a:pPr algn="ctr"/>
            <a:r>
              <a:rPr lang="en-US" altLang="zh-CN" sz="14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QNN </a:t>
            </a:r>
            <a:r>
              <a:rPr lang="zh-CN" altLang="en-US" sz="14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主机编译</a:t>
            </a:r>
            <a:endParaRPr lang="zh-CN" altLang="en-US" sz="1400">
              <a:solidFill>
                <a:srgbClr val="134E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9423400" y="13970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0185400" y="1117600"/>
            <a:ext cx="1600200" cy="965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example3</a:t>
            </a:r>
          </a:p>
          <a:p>
            <a:pPr algn="ctr"/>
            <a:r>
              <a:rPr lang="zh-CN" altLang="en-US" sz="14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设备运行</a:t>
            </a:r>
            <a:endParaRPr lang="zh-CN" altLang="en-US" sz="14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08000" y="2794000"/>
            <a:ext cx="3429000" cy="3111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为什么分三阶段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example1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需要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GPU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PyTorch forward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SeqMSE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compute_encodings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example2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不需要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GPU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QNN x86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主机工具链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example3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在目标设备：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Genie + QNN/HTP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实际推理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每阶段产物明确，便于定位问题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81500" y="2794000"/>
            <a:ext cx="3429000" cy="3111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核心数据流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原始模型和图文数据进入量化流程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example1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ONNX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、外置权重、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encodings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example2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生成设备可执行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context binary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example3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组合输入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embedding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并在设备推理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55000" y="2794000"/>
            <a:ext cx="3429000" cy="3111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最终目标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Qwen2.5-VL-3B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部署到高通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HTP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支持图像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文本输入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端侧输出文本回答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通过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PPL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test vectors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golden outputs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验证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76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输入处理：图像 </a:t>
            </a:r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文本如何变成 </a:t>
            </a:r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输入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VL = Vision-Language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8000" y="1066800"/>
            <a:ext cx="2286000" cy="812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064E3B"/>
                </a:solidFill>
                <a:latin typeface="Microsoft YaHei" panose="020B0503020204020204" pitchFamily="34" charset="-122"/>
              </a:rPr>
              <a:t>用户输入</a:t>
            </a:r>
          </a:p>
          <a:p>
            <a:pPr algn="ctr"/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+ prompt</a:t>
            </a:r>
            <a:endParaRPr lang="zh-CN" altLang="en-US" sz="1300">
              <a:solidFill>
                <a:srgbClr val="064E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3022600" y="12954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810000" y="990600"/>
            <a:ext cx="2794000" cy="965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4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AutoProcessor</a:t>
            </a:r>
          </a:p>
          <a:p>
            <a:pPr algn="ctr"/>
            <a:r>
              <a:rPr lang="en-US" altLang="zh-CN" sz="12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chat template / resize / pixel_values / input_ids</a:t>
            </a:r>
            <a:endParaRPr lang="zh-CN" altLang="en-US" sz="12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832600" y="12954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620000" y="990600"/>
            <a:ext cx="1841500" cy="965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文本路径</a:t>
            </a:r>
          </a:p>
          <a:p>
            <a:pPr algn="ctr"/>
            <a:r>
              <a:rPr lang="en-US" altLang="zh-CN" sz="12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token ids → text embeddings</a:t>
            </a:r>
            <a:endParaRPr lang="zh-CN" altLang="en-US" sz="12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9842500" y="990600"/>
            <a:ext cx="1841500" cy="965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图像路径</a:t>
            </a:r>
          </a:p>
          <a:p>
            <a:pPr algn="ctr"/>
            <a:r>
              <a:rPr lang="en-US" altLang="zh-CN" sz="12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pixel_values → ViT → image embeddings</a:t>
            </a:r>
            <a:endParaRPr lang="zh-CN" altLang="en-US" sz="12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39000" y="2667000"/>
            <a:ext cx="4191000" cy="1041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拼接 </a:t>
            </a:r>
            <a:r>
              <a:rPr lang="en-US" altLang="zh-CN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替换 </a:t>
            </a:r>
            <a:r>
              <a:rPr lang="en-US" altLang="zh-CN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image token </a:t>
            </a:r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位置</a:t>
            </a:r>
          </a:p>
          <a:p>
            <a:pPr algn="ctr"/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inputs_embeds = text embeddings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image token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位置替换为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image embeddings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9080500" y="3987800"/>
            <a:ext cx="6858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239000" y="4699000"/>
            <a:ext cx="4191000" cy="8890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134E4A"/>
                </a:solidFill>
                <a:latin typeface="Microsoft YaHei" panose="020B0503020204020204" pitchFamily="34" charset="-122"/>
              </a:rPr>
              <a:t>最终送入 </a:t>
            </a:r>
            <a:r>
              <a:rPr lang="en-US" altLang="zh-CN" sz="1400" b="1" smtClean="0">
                <a:solidFill>
                  <a:srgbClr val="134E4A"/>
                </a:solidFill>
                <a:latin typeface="Microsoft YaHei" panose="020B0503020204020204" pitchFamily="34" charset="-122"/>
              </a:rPr>
              <a:t>LLM</a:t>
            </a:r>
          </a:p>
          <a:p>
            <a:pPr algn="ctr"/>
            <a:r>
              <a:rPr lang="en-US" altLang="zh-CN" sz="12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inputs_embeds + attention_mask + position_ids + past_key_values</a:t>
            </a:r>
            <a:endParaRPr lang="zh-CN" altLang="en-US" sz="1200">
              <a:solidFill>
                <a:srgbClr val="134E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08000" y="2540000"/>
            <a:ext cx="5588000" cy="30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项目里的对应代码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vl_utils.get_vl_inputs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：构造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messages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，调用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processor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vl_utils.get_vl_embeddings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：生成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inputs_embeds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example3/export_embeding...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：导出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embedding table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input_embeds.bin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example1/config.yaml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use_input_embeddings: true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量化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时直接以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inputs_embeds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作为输入形态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8000" y="6019800"/>
            <a:ext cx="11176000" cy="48260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一句话：图片先被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ViT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编码成视觉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embedding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，文本被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embedding table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编码成文本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embedding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，二者合成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inputs_embeds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后交给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生成答案。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422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example1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AIMET 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量化 </a:t>
            </a:r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LLM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输入原始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HF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模型和校准数据，输出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QNN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编译需要的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ONNX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量化资产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8000" y="1041400"/>
            <a:ext cx="3429000" cy="41910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064E3B"/>
                </a:solidFill>
                <a:latin typeface="Microsoft YaHei" panose="020B0503020204020204" pitchFamily="34" charset="-122"/>
              </a:rPr>
              <a:t>输入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Qwen2.5-VL-3B-Instruct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模型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tokenizer / config / embedding table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LLaVA JSON + COCO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图像校准集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QAIRT SDK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AIMET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CUDA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环境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example1/config.yaml</a:t>
            </a:r>
            <a:endParaRPr lang="zh-CN" altLang="en-US" sz="1300">
              <a:solidFill>
                <a:srgbClr val="064E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81500" y="1041400"/>
            <a:ext cx="3429000" cy="4191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主要工作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模型适配：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QcAttention / KV-cache / Linear→Conv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加载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VL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数据，生成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inputs_embeds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评估原始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FP PPL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prepare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Torch → ONNX → QNNIR → Torch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QuantSim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W4A16 + KV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相关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8bit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SeqMSE + compute_encodings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生成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test vectors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并导出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ONNX</a:t>
            </a:r>
            <a:endParaRPr lang="zh-CN" altLang="en-US" sz="13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55000" y="1041400"/>
            <a:ext cx="3429000" cy="4191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output/onnx/qwen25llm.onnx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所有 *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.weight / *.bias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外置权重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qwen25llm.encodings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output/test_vectors/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中间产物：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output/prepare/</a:t>
            </a:r>
            <a:endParaRPr lang="zh-CN" altLang="en-US" sz="13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013200" y="3175000"/>
            <a:ext cx="304800" cy="22860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7886700" y="3175000"/>
            <a:ext cx="304800" cy="22860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08000" y="5715000"/>
            <a:ext cx="11176000" cy="63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关键文件</a:t>
            </a:r>
          </a:p>
          <a:p>
            <a:pPr algn="ctr"/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example1/llm_quant.py    example1/config.yaml    example1/llm_utils/*.py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286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example2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QNN 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主机编译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example1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ONNX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量化资产编译成目标设备可执行的模型包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8000" y="1041400"/>
            <a:ext cx="3429000" cy="41910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064E3B"/>
                </a:solidFill>
                <a:latin typeface="Microsoft YaHei" panose="020B0503020204020204" pitchFamily="34" charset="-122"/>
              </a:rPr>
              <a:t>输入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qwen25llm.onnx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qwen25llm.encodings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所有外置 *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.weight / *.bias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HTP backend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配置：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soc_id / dsp_arch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AR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context length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split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配置</a:t>
            </a:r>
            <a:endParaRPr lang="zh-CN" altLang="en-US" sz="1300">
              <a:solidFill>
                <a:srgbClr val="064E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81500" y="1041400"/>
            <a:ext cx="3429000" cy="4191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主要工作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按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AR/context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改硬编码和输入形态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split ONNX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，生成分片资产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MHA → SHA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，适配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HTP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执行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qairt-converter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ONNX → DLC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qairt-quantizer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：套用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encodings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量化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qnn-context-binary-generator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：生成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context binary</a:t>
            </a:r>
            <a:endParaRPr lang="zh-CN" altLang="en-US" sz="13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55000" y="1041400"/>
            <a:ext cx="3429000" cy="4191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设备可执行 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context binary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分片模型产物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输入向量 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/ golden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可部署到高通设备的模型资产目录</a:t>
            </a:r>
            <a:endParaRPr lang="zh-CN" altLang="en-US" sz="13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013200" y="3175000"/>
            <a:ext cx="304800" cy="228600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7886700" y="3175000"/>
            <a:ext cx="304800" cy="228600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08000" y="5715000"/>
            <a:ext cx="11176000" cy="63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关键文件</a:t>
            </a:r>
          </a:p>
          <a:p>
            <a:pPr algn="ctr"/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example2/host_linux/qnn_compile_deploy.py    example2/G2G/MHA2SHA/    example2/G2G/split_onnx_utils/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038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example3</a:t>
            </a:r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：端侧运行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准备输入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embedding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、推送运行资产，并在高通设备上用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Genie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推理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8000" y="1041400"/>
            <a:ext cx="3429000" cy="41910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064E3B"/>
                </a:solidFill>
                <a:latin typeface="Microsoft YaHei" panose="020B0503020204020204" pitchFamily="34" charset="-122"/>
              </a:rPr>
              <a:t>输入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example2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生成的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context binary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QNN runtime libraries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libGenie.so / genie-t2t-run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tokenizer.json / Genie JSON</a:t>
            </a:r>
          </a:p>
          <a:p>
            <a:pPr algn="ctr"/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+ prompt </a:t>
            </a:r>
            <a:r>
              <a:rPr lang="zh-CN" altLang="en-US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或预生成 </a:t>
            </a:r>
            <a:r>
              <a:rPr lang="en-US" altLang="zh-CN" sz="1300" smtClean="0">
                <a:solidFill>
                  <a:srgbClr val="064E3B"/>
                </a:solidFill>
                <a:latin typeface="Microsoft YaHei" panose="020B0503020204020204" pitchFamily="34" charset="-122"/>
              </a:rPr>
              <a:t>input_embeds.bin</a:t>
            </a:r>
            <a:endParaRPr lang="zh-CN" altLang="en-US" sz="1300">
              <a:solidFill>
                <a:srgbClr val="064E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81500" y="1041400"/>
            <a:ext cx="3429000" cy="4191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主要工作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导出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LLM embedding table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图片经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ViT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vision embeddings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文本经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tokenizer + embedding table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text embeddings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合成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input_embeds.bin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推送模型、配置、库到设备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LD_LIBRARY_PATH / ADSP / CDSP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执行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genie-t2t-run</a:t>
            </a:r>
            <a:endParaRPr lang="zh-CN" altLang="en-US" sz="13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55000" y="1041400"/>
            <a:ext cx="3429000" cy="4191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端侧文本输出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运行日志和性能信息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可与 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test vectors / golden outputs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比对的结果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input_embeds.bin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embedding_weights_151936x2048.raw</a:t>
            </a:r>
            <a:endParaRPr lang="zh-CN" altLang="en-US" sz="13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013200" y="3175000"/>
            <a:ext cx="304800" cy="228600"/>
          </a:xfrm>
          <a:prstGeom prst="rightArrow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7886700" y="3175000"/>
            <a:ext cx="304800" cy="228600"/>
          </a:xfrm>
          <a:prstGeom prst="rightArrow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08000" y="5715000"/>
            <a:ext cx="11176000" cy="63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400" b="1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关键文件</a:t>
            </a:r>
          </a:p>
          <a:p>
            <a:pPr algn="ctr"/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example3/Qwen2.5-VL-3B/export_embeding_table_and_test_vector_2_5_3B.py    qwen25vl3B_os.json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57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阶段间产物流转清单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哪些文件从一个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example </a:t>
            </a:r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交给下一个 </a:t>
            </a:r>
            <a:r>
              <a:rPr lang="en-US" altLang="zh-CN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example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33400" y="1092200"/>
            <a:ext cx="3429000" cy="4445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500" b="1" smtClean="0">
                <a:solidFill>
                  <a:srgbClr val="1E3A8A"/>
                </a:solidFill>
                <a:latin typeface="Microsoft YaHei" panose="020B0503020204020204" pitchFamily="34" charset="-122"/>
              </a:rPr>
              <a:t>example1 → example2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qwen25llm.onnx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qwen25llm.encodings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所有 *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.weight / *.bias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注意：外置权重必须和 </a:t>
            </a:r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ONNX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同目录</a:t>
            </a:r>
          </a:p>
          <a:p>
            <a:pPr algn="ctr"/>
            <a:r>
              <a:rPr lang="en-US" altLang="zh-CN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• test_vectors </a:t>
            </a:r>
            <a:r>
              <a:rPr lang="zh-CN" altLang="en-US" sz="1300" smtClean="0">
                <a:solidFill>
                  <a:srgbClr val="1E3A8A"/>
                </a:solidFill>
                <a:latin typeface="Microsoft YaHei" panose="020B0503020204020204" pitchFamily="34" charset="-122"/>
              </a:rPr>
              <a:t>用于数值排查，不一定是编译必需输入</a:t>
            </a:r>
            <a:endParaRPr lang="zh-CN" altLang="en-US" sz="1300">
              <a:solidFill>
                <a:srgbClr val="1E3A8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191000" y="30480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016500" y="1092200"/>
            <a:ext cx="3111500" cy="44450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500" b="1" smtClean="0">
                <a:solidFill>
                  <a:srgbClr val="134E4A"/>
                </a:solidFill>
                <a:latin typeface="Microsoft YaHei" panose="020B0503020204020204" pitchFamily="34" charset="-122"/>
              </a:rPr>
              <a:t>example2 → example3</a:t>
            </a:r>
          </a:p>
          <a:p>
            <a:pPr algn="ctr"/>
            <a:r>
              <a:rPr lang="en-US" altLang="zh-CN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• context binary / serialized model</a:t>
            </a:r>
          </a:p>
          <a:p>
            <a:pPr algn="ctr"/>
            <a:r>
              <a:rPr lang="en-US" altLang="zh-CN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• Genie </a:t>
            </a:r>
            <a:r>
              <a:rPr lang="zh-CN" altLang="en-US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配置中引用模型路径</a:t>
            </a:r>
          </a:p>
          <a:p>
            <a:pPr algn="ctr"/>
            <a:r>
              <a:rPr lang="en-US" altLang="zh-CN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• HTP backend ext config</a:t>
            </a:r>
          </a:p>
          <a:p>
            <a:pPr algn="ctr"/>
            <a:r>
              <a:rPr lang="en-US" altLang="zh-CN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• tokenizer.json</a:t>
            </a:r>
          </a:p>
          <a:p>
            <a:pPr algn="ctr"/>
            <a:r>
              <a:rPr lang="en-US" altLang="zh-CN" sz="1300" smtClean="0">
                <a:solidFill>
                  <a:srgbClr val="134E4A"/>
                </a:solidFill>
                <a:latin typeface="Microsoft YaHei" panose="020B0503020204020204" pitchFamily="34" charset="-122"/>
              </a:rPr>
              <a:t>• QNN / Genie runtime libraries</a:t>
            </a:r>
            <a:endParaRPr lang="zh-CN" altLang="en-US" sz="1300">
              <a:solidFill>
                <a:srgbClr val="134E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8382000" y="3048000"/>
            <a:ext cx="533400" cy="3048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9207500" y="1092200"/>
            <a:ext cx="2476500" cy="4445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500" b="1" smtClean="0">
                <a:solidFill>
                  <a:srgbClr val="7C2D12"/>
                </a:solidFill>
                <a:latin typeface="Microsoft YaHei" panose="020B0503020204020204" pitchFamily="34" charset="-122"/>
              </a:rPr>
              <a:t>端侧运行输入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input_embeds.bin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embedding_weights_151936x2048.raw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prompt / tokenizer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可选：端侧运行 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ViT </a:t>
            </a:r>
            <a:r>
              <a:rPr lang="zh-CN" altLang="en-US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vision_embedding.raw</a:t>
            </a:r>
          </a:p>
          <a:p>
            <a:pPr algn="ctr"/>
            <a:r>
              <a:rPr lang="en-US" altLang="zh-CN" sz="1300" smtClean="0">
                <a:solidFill>
                  <a:srgbClr val="7C2D12"/>
                </a:solidFill>
                <a:latin typeface="Microsoft YaHei" panose="020B0503020204020204" pitchFamily="34" charset="-122"/>
              </a:rPr>
              <a:t>• genie-t2t-run -c ... -e ... -t ...</a:t>
            </a:r>
            <a:endParaRPr lang="zh-CN" altLang="en-US" sz="1300">
              <a:solidFill>
                <a:srgbClr val="7C2D1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33400" y="5969000"/>
            <a:ext cx="11150600" cy="43180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判断流程是否成功：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example1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看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PPL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encodings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导出，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example2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看 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QNN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编译产物，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example3 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看设备输出和数值</a:t>
            </a:r>
            <a:r>
              <a:rPr lang="en-US" altLang="zh-CN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 smtClean="0">
                <a:solidFill>
                  <a:srgbClr val="334155"/>
                </a:solidFill>
                <a:latin typeface="Microsoft YaHei" panose="020B0503020204020204" pitchFamily="34" charset="-122"/>
              </a:rPr>
              <a:t>性能日志。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067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90500"/>
            <a:ext cx="762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验证闭环与常见风险</a:t>
            </a:r>
            <a:endParaRPr lang="zh-CN" altLang="en-US" sz="2100" b="1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2286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smtClean="0">
                <a:solidFill>
                  <a:srgbClr val="64748B"/>
                </a:solidFill>
                <a:latin typeface="Microsoft YaHei" panose="020B0503020204020204" pitchFamily="34" charset="-122"/>
              </a:rPr>
              <a:t>定位问题时按阶段收敛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33400" y="1092200"/>
            <a:ext cx="3429000" cy="469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example1 </a:t>
            </a:r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精度检查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原始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FP PPL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：基线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prepared FP PPL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：检查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prepare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是否无损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QuantSim PPL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：检查量化掉点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test_vectors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：给端侧逐层数值比对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81500" y="1092200"/>
            <a:ext cx="3429000" cy="469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example2 </a:t>
            </a:r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编译检查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ONNX / weight / bias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是否齐全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encodings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是否正确传入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split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AR/context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是否匹配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soc_id / dsp_arch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是否匹配目标芯片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MHA2SHA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QNN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工具日志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55000" y="1092200"/>
            <a:ext cx="3429000" cy="469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27000" rIns="127000" bIns="101600" rtlCol="0" anchor="ctr"/>
          <a:lstStyle/>
          <a:p>
            <a:pPr algn="ctr"/>
            <a:r>
              <a:rPr lang="en-US" altLang="zh-CN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example3 </a:t>
            </a:r>
            <a:r>
              <a:rPr lang="zh-CN" altLang="en-US" sz="1600" b="1" smtClean="0">
                <a:solidFill>
                  <a:srgbClr val="172033"/>
                </a:solidFill>
                <a:latin typeface="Microsoft YaHei" panose="020B0503020204020204" pitchFamily="34" charset="-122"/>
              </a:rPr>
              <a:t>运行检查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input_embeds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维度和模型配置一致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image token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数量和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image features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数量一致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runtime libs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和环境变量正确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Genie JSON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指向正确模型资产</a:t>
            </a:r>
          </a:p>
          <a:p>
            <a:pPr algn="ctr"/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端侧输出与 </a:t>
            </a:r>
            <a:r>
              <a:rPr lang="en-US" altLang="zh-CN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golden/test vectors </a:t>
            </a:r>
            <a:r>
              <a:rPr lang="zh-CN" altLang="en-US" sz="1400" smtClean="0">
                <a:solidFill>
                  <a:srgbClr val="172033"/>
                </a:solidFill>
                <a:latin typeface="Microsoft YaHei" panose="020B0503020204020204" pitchFamily="34" charset="-122"/>
              </a:rPr>
              <a:t>对齐</a:t>
            </a:r>
            <a:endParaRPr lang="zh-CN" altLang="en-US" sz="1400">
              <a:solidFill>
                <a:srgbClr val="172033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66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Office PowerPoint</Application>
  <PresentationFormat>自定义</PresentationFormat>
  <Paragraphs>162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宋体</vt:lpstr>
      <vt:lpstr>Microsoft YaHei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gaojian zhang</dc:creator>
  <cp:lastModifiedBy>gaojian zhang</cp:lastModifiedBy>
  <cp:revision>1</cp:revision>
  <dcterms:created xsi:type="dcterms:W3CDTF">2026-06-18T03:38:39Z</dcterms:created>
  <dcterms:modified xsi:type="dcterms:W3CDTF">2026-06-18T03:38:39Z</dcterms:modified>
</cp:coreProperties>
</file>